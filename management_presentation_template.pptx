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EC5"/>
                </a:solidFill>
                <a:latin typeface="Calibri"/>
              </a:rPr>
              <a:t>ENGINEERING  ·  TECHNOLOGY  · 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Technical Presentation Title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54864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5"/>
                </a:solidFill>
                <a:latin typeface="Calibri"/>
              </a:rPr>
              <a:t>Strategic Overview &amp;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Calibri"/>
              </a:rPr>
              <a:t>Presenter Name  |  Role / Team
Date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430000" cy="60350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2704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75688"/>
            <a:ext cx="11430000" cy="60350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85416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8541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Problem Statement &amp;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34056"/>
            <a:ext cx="11430000" cy="60350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43784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4378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Technical Deep Dive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92424"/>
            <a:ext cx="11430000" cy="60350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0215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Architecture /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50792"/>
            <a:ext cx="11430000" cy="60350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6052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Metrics &amp;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709160"/>
            <a:ext cx="11430000" cy="60350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18888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818888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Risks &amp; Mitigations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367528"/>
            <a:ext cx="11430000" cy="60350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77256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477256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Calibri"/>
              </a:rPr>
              <a:t>Slide 3 of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566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3200400" cy="127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State the business/technical goal clearly and concisely.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6304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63040"/>
            <a:ext cx="3566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200400" cy="127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Describe the methodology or solution strategy chosen.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46304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463040"/>
            <a:ext cx="3566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OUTCOME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3200400" cy="127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Summarise the expected or achieved result with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76072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B3A5C"/>
                </a:solidFill>
                <a:latin typeface="Calibri"/>
              </a:rPr>
              <a:t>Key Takeaway: Replace with one crisp sentence the leadership must remember.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Calibri"/>
              </a:rPr>
              <a:t>Slide 4 of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4864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• Describe the root cause of the problem
• Quantify the business impact (cost, time, quality)
• Explain why this must be solved now
• Identify affected stakeholders /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4864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In Scope
  ✓  System A — module X
  ✓  Integration with System B
  ✓  Phase 1 deployment region
Out of Scope
  ✗  Legacy system migration
  ✗  Third-party SLA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Calibri"/>
              </a:rPr>
              <a:t>Slide 5 of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30352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Key Technical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• Component / layer description
• Technology choices &amp; rationale
• Data flow / processing logic
• Performance characteristics
• Security &amp; compliance considerations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463040"/>
            <a:ext cx="5989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463040"/>
            <a:ext cx="598932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47472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Calibri"/>
              </a:rPr>
              <a:t>[ Insert Architecture / Flow Diagram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METRICS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Calibri"/>
              </a:rPr>
              <a:t>Slide 6 of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65176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74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  <a:latin typeface="Calibri"/>
              </a:rPr>
              <a:t>99.95 %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Calibri"/>
              </a:rPr>
              <a:t>Availability SLA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65176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874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  <a:latin typeface="Calibri"/>
              </a:rPr>
              <a:t>&lt; 200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Calibri"/>
              </a:rPr>
              <a:t>p99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265176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74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  <a:latin typeface="Calibri"/>
              </a:rPr>
              <a:t>40 %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Calibri"/>
              </a:rPr>
              <a:t>Cost Reduction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554480"/>
            <a:ext cx="2651760" cy="2011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874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  <a:latin typeface="Calibri"/>
              </a:rPr>
              <a:t>3×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97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  <a:latin typeface="Calibri"/>
              </a:rPr>
              <a:t>Throughput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114757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1147572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754880"/>
            <a:ext cx="11475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  <a:latin typeface="Calibri"/>
              </a:rPr>
              <a:t>[ Insert Chart / Graph — Trend or Comparison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RISKS &amp;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Calibri"/>
              </a:rPr>
              <a:t>Slide 7 of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757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11475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3852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Vendor API deprecation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2011680"/>
            <a:ext cx="1005840" cy="5029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02996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011680"/>
            <a:ext cx="10058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02996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93852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Maintain abstraction layer; evaluate alternatives Q3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34640"/>
            <a:ext cx="1147572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4436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Data pipeline latency spike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3017520"/>
            <a:ext cx="1005840" cy="502920"/>
          </a:xfrm>
          <a:prstGeom prst="rect">
            <a:avLst/>
          </a:prstGeom>
          <a:solidFill>
            <a:srgbClr val="277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03580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3017520"/>
            <a:ext cx="10058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303580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94436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Circuit breaker + retry logic already implemented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40480"/>
            <a:ext cx="11475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5020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Team capacity during ramp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4023360"/>
            <a:ext cx="10058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04164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60" y="4023360"/>
            <a:ext cx="1005840" cy="5029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404164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95020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Backfill via contractor; cross-train 2 engineers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46320"/>
            <a:ext cx="1147572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560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Regulatory change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5029200"/>
            <a:ext cx="1005840" cy="502920"/>
          </a:xfrm>
          <a:prstGeom prst="rect">
            <a:avLst/>
          </a:prstGeom>
          <a:solidFill>
            <a:srgbClr val="277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504748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60" y="5029200"/>
            <a:ext cx="10058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504748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95604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Monthly compliance review; legal sign-off on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EC5"/>
                </a:solidFill>
                <a:latin typeface="Calibri"/>
              </a:rPr>
              <a:t>Slide 8 of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30352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5029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Approve Phase 1 rollout to production — low risk, high ROI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029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04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Allocate budget for observability tooling upgrade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54880"/>
            <a:ext cx="5029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Initiate vendor renegotiation for Q3 contract renewal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463040"/>
            <a:ext cx="5989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1463040"/>
            <a:ext cx="598932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6002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Delivery Timeline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103120"/>
            <a:ext cx="14630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21945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  <a:latin typeface="Calibri"/>
              </a:rPr>
              <a:t>Week 1–2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423160"/>
            <a:ext cx="1828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21031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Finalise architecture sign-off &amp; environment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980944"/>
            <a:ext cx="14630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307238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  <a:latin typeface="Calibri"/>
              </a:rPr>
              <a:t>Week 3–6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3300984"/>
            <a:ext cx="1828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98094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Development &amp; unit testing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858768"/>
            <a:ext cx="14630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950208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  <a:latin typeface="Calibri"/>
              </a:rPr>
              <a:t>Week 7–8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4178808"/>
            <a:ext cx="1828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385876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Integration testing &amp; staging deployment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736592"/>
            <a:ext cx="14630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48280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  <a:latin typeface="Calibri"/>
              </a:rPr>
              <a:t>Week 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5056632"/>
            <a:ext cx="1828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4736592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Production rollout — phased (10 % → 50 % → 100 %)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5614416"/>
            <a:ext cx="146304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570585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86C1"/>
                </a:solidFill>
                <a:latin typeface="Calibri"/>
              </a:rPr>
              <a:t>Week 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5934456"/>
            <a:ext cx="1828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5614416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Hypercare &amp; KPI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383280"/>
            <a:ext cx="484632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BEC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EC5"/>
                </a:solidFill>
                <a:latin typeface="Calibri"/>
              </a:rPr>
              <a:t>presenter@company.com   ·   +1 (555) 000-0000   ·   Team /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  <a:latin typeface="Calibri"/>
              </a:rPr>
              <a:t>CONFIDENTIAL — FOR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